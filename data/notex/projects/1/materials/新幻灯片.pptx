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Claude Code 源码架构深度解析 — 报告概览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基于Claude Code npm包提取的4756个完整TypeScript源码文件分析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从全局架构、核心模块到设计原则全方位深度解析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提炼工业级AI Agent系统工程可复用实践经验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1 全局视角：CLI工具 vs Agent操作系统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代码规模：顶层超50个模块目录，utils/含564个文件，components/含389个文件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多入口设计：同一运行时支持CLI、MCP协议、SDK调用、IDE插件四种场景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fast-path分发逻辑：特殊场景零模块加载，只有通用场景才动态加载完整运行时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101个内置命令：既是用户交互控制面，也是插件和技能生态的入口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2 引擎：主循环与Prompt编排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请求处理完整链路：cli分发 → main初始化 → query主循环 → 迭代处理直到完成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query.ts状态机：1729行while(true)循环替代递归，避免长会话爆栈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流式工具执行：模型输出同时提前执行已完成工具调用，大幅缩短等待时间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Prompt缓存优化：静态内容前置+动态内容后置，利用API前缀缓存提升命中率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标准化行为规范：明确禁止模型过度设计和未授权修改，制度化保证输出稳定</a:t>
            </a:r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3 工具系统：42个工具和治理流水线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完善Tool接口：包含执行、校验、权限、渲染等多维度方法，默认fail-closed策略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功能分类：文件操作、Shell执行、Agent调度、MCP集成、Web能力、用户交互六类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14步执行流水线：从找工具到后处理，每一步都有校验和治理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Speculative风险分类：BashTool提前异步分析风险，不阻塞主流程减少等待</a:t>
            </a:r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4 多Agent体系：分工和调度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职责分离设计：内置6种专属Agent，每种只负责单一类型工作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Explore Agent：严格只读权限隔离，默认使用Haiku模型平衡速度和成本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Verification Agent：130行prompt强制找问题，实现实现者与验证者彻底分离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调度总控：1397行AgentTool.tsx处理多种Agent类型和调度场景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Fork缓存优化：继承主线程上下文保持字节一致，复用Prompt缓存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完整任务系统：支持5种任务类型，前后台可灵活转换，生命周期管理完善</a:t>
            </a:r>
            <a:endParaRPr 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5 安全层：权限、Hook和三层防护网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完整权限模型：27个文件实现，支持多模式、规则匹配和风险分类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Hook系统强大可控：支持三个执行时点，可修改输入、阻断流程、补充上下文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安全粘合规则：Hook不能绕过核心安全配置，settings deny优先级永远更高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三层防护架构：提前预判 → Hook策略 → 最终决策，三层互相不可绕过</a:t>
            </a:r>
            <a:endParaRPr 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6 生态：Skill、Plugin、MCP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Skill：带元数据的markdown工作流，17个内置技能，匹配到才注入上下文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Plugin：模型行为层面扩展，可修改prompt、增加工具、配置MCP，支持自动更新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MCP：同时提供工具注册和使用说明注入，让模型真正理解什么时候用工具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生态核心原则：必须让模型感知到自身当前拥有的扩展能力</a:t>
            </a:r>
            <a:endParaRPr 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7 上下文经济学：Token就是预算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四级压缩机制：从轻量到重量依次执行，轻量压缩达标就跳过重量压缩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Reactive兜底压缩：API 413错误触发紧急压缩，防循环设计保证每个turn只重试一次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Token预算系统：追踪输出用量，接近目标时提示模型继续，支持长任务运行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多项细节优化：按需注入、按连接注入、大结果持久化，全方位节省Token</a:t>
            </a:r>
            <a:endParaRPr 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8 产品化：从原型到产品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完整生命周期管理：解决任务续跑、脏状态清理、进程泄漏等"第二天"问题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Bridge系统：实现跨环境桥接，支持本地CLI控制远程、IDE集成运行时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全局状态统一管理：权限、连接、配置都在这里统一维护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完整终端UI：React+Ink构建TUI，支持弹窗、进度条、diff展示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可观测性：集成多种追踪方案，API调用成本全程统计</a:t>
            </a:r>
            <a:endParaRPr 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9 核心设计原则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不信任模型自觉性：好行为写进制度，比临场发挥稳定得多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拆分不同角色：至少把实现和验证分开，减少自我偏见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工具调用要有治理：模型说调就调中间也要多层校验检查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上下文就是预算：能缓存缓存，能压缩压缩，不浪费每一个Token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安全层互不绕过：任何一层都不能绕过另一层，保证整体安全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生态关键是模型感知：让模型知道自己有什么能力，扩展才能发挥作用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产品化在于处理第二天：解决好中断、清理、泄漏问题才能从Demo到产品</a:t>
            </a:r>
            <a:endParaRPr 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附录：核心文件索引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入口与主循环：cli.tsx、main.tsx、query.ts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工具与Agent：Tool.ts、toolExecution.ts、AgentTool.tsx、runAgent.ts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权限安全：permissions模块、toolHooks.ts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生态扩展：skills、plugins、mcp服务模块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上下文管理：compact压缩模块、tokenBudget.ts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
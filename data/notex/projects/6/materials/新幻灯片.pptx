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从知识库到「第二大脑」：让AI帮你成为信息源头 — 现象：Karpathy的AI知识库热潮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Andrej Karpathy分享：将更多AI token用于构建个人知识库而非写代码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推文获得1700万浏览，在AI圈引发广泛关注与FOMO情绪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大量知识工作者希望尝试，但实际落地存在诸多障碍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现有方案的两大核心痛点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mtClean="0"/>
              <a:t> 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痛点一：配置门槛过高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Karpathy方案依赖纯LLM硬编译，需要终端环境配置与代码操作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现有教程多为工程师编写，大多数非技术用户学习成本极高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自媒体、营销人、师生、投资人等更需知识库却难以适配工具链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痛点二：知识库是「生产力色情」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传统知识库仅停留在信息整理阶段，只能「读」不能「产」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知识工作者核心目标是产出内容，而非仅仅收集整理知识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获得整理完毕的假性满足，无法带来产出交付的真实回报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YouMind：以产出为导向的新工作流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mtClean="0"/>
              <a:t> 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第一步：一键收集素材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支持网页、YouTube视频、PDF论文、播客等多类型素材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粘贴链接或直接上传即可自动抓取内容，无需操作文件系统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支持随手记录个人想法，替代手动管理raw文件夹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第二步：AI引导式理解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在同一项目空间内，直接基于素材与AI对话交流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可对比观点异同、分析方法差异、提炼选题角度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主动控制理解方向，无需等待自动生成完整wiki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第三步：从理解直接到创作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用自然语言命令AI，基于已有素材和对话直接生成内容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支持博客初稿、社交短内容、信息图、演示文稿等多种产出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所有内容与素材、对话保存在一起，形成完整知识链路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第四步：知识持续生长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支持设置定时任务，自动抓取主题相关更新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知识在同一空间持续积累，实现复利滚动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打造可持续迭代的第二大脑，而非一次性整理产物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核心认知：两种AI第二大脑哲学# 从构建知识库到成为知识库 — AI时代的第二大脑新哲学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mtClean="0"/>
              <a:t> 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事件背景：Karpathy引发的知识库热潮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Andrej Karpathy发布推文分享个人知识库构建方法，获得1700万浏览，在AI圈疯传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核心做法：将原始素材交给LLM，无需RAG和向量数据库，硬编译成结构化markdown知识库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制造了广泛FOMO情绪，各类知识工作者都纷纷尝试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传统方案的两大核心痛点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mtClean="0"/>
              <a:t> 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配置门槛高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依赖命令行环境、代码配置，藏有大量默会知识，非工程师学习成本极高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自媒体、营销人、学生、老师、投资人等最需要知识库的群体难以上手</a:t>
            </a:r>
            <a:endParaRPr 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知识库是华丽的死胡同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只能"读"不能帮助产出，本质是"生产力色情"，只提供假性满足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知识整理完成后，最终创作环节仍需从零开始，无法帮助完成最终工作</a:t>
            </a:r>
            <a:endParaRPr 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YouMind：以产出为导向的新工作流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mtClean="0"/>
              <a:t> </a:t>
            </a:r>
            <a:endParaRPr 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第一步：一站式收集素材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支持网页链接自动抓取、YouTube视频自动获取字幕、PDF直接上传、播客自动解析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无需手动下载、管理文件，相当于免配置的Karpathy式raw文件夹</a:t>
            </a:r>
            <a:endParaRPr 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第二步：AI引导式理解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在项目空间内直接和AI对话，上下文为你策展的专属素材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可以对比观点差异、辨析方法论区别、提炼选题角度，灵活引导理解方向</a:t>
            </a:r>
            <a:endParaRPr 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第三步：直接从理解到创作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一键生成结构完整的博客初稿、适合社交媒体的短内容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支持生成可视化信息图、演示文稿，所有产出和素材保存在一起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知识链路完整连贯，无需在多个工具间跳转</a:t>
            </a:r>
            <a:endParaRPr 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第四步：知识持续生长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设置定时任务自动抓取更新内容，实现知识的复利滚动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项目空间可持续使用，知识不断积累迭代</a:t>
            </a:r>
            <a:endParaRPr 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核心观点：成为你自己的知识库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zh-CN" smtClean="0"/>
              <a:t>两种哲学对比：Karpathy模式是把信息灌进系统，YouMind帮助你输出内容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真正有影响力的人不是往系统存信息，而是向外输出理解，成为别人的信息源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信息焦虑的解药：持续输出，通过表达完成真正的理解</a:t>
            </a:r>
            <a:endParaRPr lang="zh-CN"/>
          </a:p>
          <a:p>
            <a:pPr marL="285750" indent="-285750">
              <a:buChar char="•"/>
            </a:pPr>
            <a:r>
              <a:rPr lang="zh-CN" smtClean="0"/>
              <a:t>目标：帮助你从信息消费者，转变为信息的源头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
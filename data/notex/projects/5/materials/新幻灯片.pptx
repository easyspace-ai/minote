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0"/>
    <p:sldId id="257" r:id="rId11"/>
  </p:sldIdLst>
  <p:sldSz cx="9144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theme" Target="theme/theme1.xml"/>
  <Relationship Id="rId10" Type="http://schemas.openxmlformats.org/officeDocument/2006/relationships/slide" Target="slides/slide1.xml"/>
  <Relationship Id="rId11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!-- 标题栏背景 -->
      <p:sp>
        <p:nvSpPr>
          <p:cNvPr id="2" name="TitleBar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e3a5f"/>
          </a:solidFill>
        </p:spPr>
      </p:sp>
      <!-- 标题 -->
      <p:sp>
        <p:nvSpPr>
          <p:cNvPr id="3" name="Title"/>
          <p:cNvSpPr/>
          <p:nvPr/>
        </p:nvSpPr>
        <p:spPr>
          <a:xfrm>
            <a:off x="228600" y="180000"/>
            <a:ext cx="8686800" cy="450000"/>
          </a:xfrm>
        </p:spPr>
        <p:txBody>
          <a:bodyPr/>
          <a:lstStyle/>
          <a:p>
            <a:r>
              <a:rPr lang="zh-CN" sz="2800" b="1">
                <a:solidFill>
                  <a:srgbClr val="ffffff"/>
                </a:solidFill>
              </a:rPr>
              <a:t>参考资料</a:t>
            </a:r>
          </a:p>
        </p:txBody>
      </p:sp>
      <!-- 内容区 -->
      <p:sp>
        <p:nvSpPr>
          <p:cNvPr id="4" name="Content"/>
          <p:cNvSpPr/>
          <p:nvPr/>
        </p:nvSpPr>
        <p:spPr>
          <a:xfrm>
            <a:off x="228600" y="972000"/>
            <a:ext cx="8686800" cy="4860000"/>
          </a:xfrm>
        </p:spPr>
        <p:txBody>
          <a:bodyPr/>
          <a:lstStyle/>
          <a:p>
            <a:pPr lvl="0" marL="285750" indent="-285750">
              <a:buChar char="•"/>
            </a:pPr>
            <a:r>
              <a:rPr lang="zh-CN" sz="2000">
                <a:solidFill>
                  <a:srgbClr val="1f2937"/>
                </a:solidFill>
              </a:rPr>
              <a:t>obsidian.txt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917800"/>
            <a:ext cx="8229600" cy="972000"/>
          </a:xfrm>
        </p:spPr>
        <p:txBody>
          <a:bodyPr/>
          <a:lstStyle/>
          <a:p>
            <a:pPr algn="ctr"/>
            <a:r>
              <a:rPr lang="zh-CN" sz="5400" b="1">
                <a:solidFill>
                  <a:srgbClr val="ffffff"/>
                </a:solidFill>
              </a:rPr>
              <a:t>感谢聆听</a:t>
            </a:r>
          </a:p>
        </p:txBody>
      </p:sp>
    </p:spTree>
  </p:cSld>
</p:sld>
</file>

<file path=ppt/theme/theme1.xml><?xml version="1.0" encoding="utf-8"?>
<a:theme xmlns:a="http://schemas.openxmlformats.org/drawingml/2006/main" name="专业商务">
  <a:themeElements>
    <a:clrScheme name="专业商务">
      <a:dk1>
        <a:srgbClr val="1f2937"/>
      </a:dk1>
      <a:lt1>
        <a:srgbClr val="ffffff"/>
      </a:lt1>
      <a:dk2>
        <a:srgbClr val="1f2937"/>
      </a:dk2>
      <a:lt2>
        <a:srgbClr val="FFFFFF"/>
      </a:lt2>
      <a:accent1>
        <a:srgbClr val="1e3a5f"/>
      </a:accent1>
      <a:accent2>
        <a:srgbClr val="2563eb"/>
      </a:accent2>
      <a:accent3>
        <a:srgbClr val="60A5FA"/>
      </a:accent3>
      <a:accent4>
        <a:srgbClr val="34D399"/>
      </a:accent4>
      <a:accent5>
        <a:srgbClr val="FBBF24"/>
      </a:accent5>
      <a:accent6>
        <a:srgbClr val="F87171"/>
      </a:accent6>
      <a:hlink>
        <a:srgbClr val="2563EB"/>
      </a:hlink>
      <a:folHlink>
        <a:srgbClr val="1E40AF"/>
      </a:folHlink>
    </a:clrScheme>
    <a:fontScheme name="专业商务">
      <a:majorFont>
        <a:latin typeface="微软雅黑"/>
        <a:ea typeface="微软雅黑"/>
      </a:majorFont>
      <a:minorFont>
        <a:latin typeface="微软雅黑"/>
        <a:ea typeface="微软雅黑"/>
      </a:minorFont>
    </a:fontScheme>
  </a:themeElements>
</a:theme>
</file>
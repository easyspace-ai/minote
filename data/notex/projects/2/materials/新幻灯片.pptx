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《交易心理分析》共读：思考方式对了，钱赚不完 — 为什么成功交易者这么少？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交易给交易者极大自由，但多数人心理未准备好，不适应无外在规则的环境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交易者普遍抗拒制定规则，不愿意给自己增加限制，建立自我约束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容易逃避交易责任，对随机回报上瘾，阻碍长期获利心态养成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多数人追求外部控制，而非学习控制自身对信息的解读和行为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市场参与者三类划分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持续一致赢家：占比不到10%，资金曲线稳步上涨，不受盈亏循环心理影响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持续输家：占比30%-40%，频繁亏损偶尔盈利，大多对交易本质存有幻想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先暴发后亏损者：占比40%-50%，是市场最大群体，资金曲线呈过山车式波动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95%的交易错误源于错误态度，核心来自对错误、亏损、错过机会的四大恐惧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交易成功的核心本质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更多更好的市场分析不能保证赚钱，心态才是决定交易成败的关键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解决长期获利问题的核心在你心中，而非市场，持续一贯本身就是一种心态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交易的核心是学习从概率角度思考，学会接受和拥抱交易天生的风险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最高明交易者既不害怕也不过度自信，始终专注于当下的市场机会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概率交易的五大基本事实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任何事情都可能发生，市场任何时刻都存在未知力量影响走势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要赚钱不必知道下一步会发生什么变化，交易本质是概率数字游戏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由优势变量产生的盈亏呈随机分布，只要总体概率对自己有利即可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优势只是一件事发生概率高于另一件，不代表这笔交易必然盈利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市场中每一刻都独一无二，不要自动将当下和历史交易经验联想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交易者发展的三个阶段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机械阶段：建立交易自信，学习完美执行系统，训练概率思考能力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主观阶段：掌握基础技巧后，学习监督自我，修正心态带来的交易错误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直觉阶段：交易的最高境界，培养接受并遵循直觉冲动交易的心态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三个阶段顺序推进，最终目标是获得长期稳定上升、回撤较小的资金曲线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长期获利的七大核心原则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我客观地看出自己的优势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每笔交易前，我提前衡量风险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我完全接受风险，并愿意放弃交易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我根据优势交易时没有任何保留或犹豫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市场让我赚时，我会答谢自己并获利了结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我不断检视自己犯错的可能性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我明白这些原则绝对必要，因此绝不会违反它们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实战练习：建立概率思维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选择流动性好的标的，搭配带明确进出场规则的交易系统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建议风险报酬比至少达到3:1，即使胜率低于50%也能长期盈利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可采用分批减码法获利：上涨过程逐步减仓，保留部分仓位持有到趋势逆转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至少完成20笔样本交易，全程不修改系统，验证你的概率优势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练习遇到心态冲突时，利用自律技巧重新聚焦目标，坚持完成全程练习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